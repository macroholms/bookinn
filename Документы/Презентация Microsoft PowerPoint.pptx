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икита Филатов" userId="1556a2b02a90b9e9" providerId="LiveId" clId="{22B1D770-15DC-4B9E-830A-B27720BEE4B0}"/>
    <pc:docChg chg="undo redo custSel addSld delSld modSld">
      <pc:chgData name="Никита Филатов" userId="1556a2b02a90b9e9" providerId="LiveId" clId="{22B1D770-15DC-4B9E-830A-B27720BEE4B0}" dt="2025-05-02T22:43:57.574" v="427" actId="1076"/>
      <pc:docMkLst>
        <pc:docMk/>
      </pc:docMkLst>
      <pc:sldChg chg="addSp delSp modSp new add del mod">
        <pc:chgData name="Никита Филатов" userId="1556a2b02a90b9e9" providerId="LiveId" clId="{22B1D770-15DC-4B9E-830A-B27720BEE4B0}" dt="2025-05-02T22:06:09.155" v="128" actId="20577"/>
        <pc:sldMkLst>
          <pc:docMk/>
          <pc:sldMk cId="2555237916" sldId="256"/>
        </pc:sldMkLst>
        <pc:spChg chg="mod">
          <ac:chgData name="Никита Филатов" userId="1556a2b02a90b9e9" providerId="LiveId" clId="{22B1D770-15DC-4B9E-830A-B27720BEE4B0}" dt="2025-05-02T22:05:41.345" v="113" actId="1076"/>
          <ac:spMkLst>
            <pc:docMk/>
            <pc:sldMk cId="2555237916" sldId="256"/>
            <ac:spMk id="2" creationId="{D9C8B024-7A53-4F40-BC18-7392BAA9A99A}"/>
          </ac:spMkLst>
        </pc:spChg>
        <pc:spChg chg="mod">
          <ac:chgData name="Никита Филатов" userId="1556a2b02a90b9e9" providerId="LiveId" clId="{22B1D770-15DC-4B9E-830A-B27720BEE4B0}" dt="2025-05-02T22:05:41.345" v="113" actId="1076"/>
          <ac:spMkLst>
            <pc:docMk/>
            <pc:sldMk cId="2555237916" sldId="256"/>
            <ac:spMk id="3" creationId="{C5740978-54EF-4CD7-A55D-2FF3E78421A1}"/>
          </ac:spMkLst>
        </pc:spChg>
        <pc:spChg chg="add del">
          <ac:chgData name="Никита Филатов" userId="1556a2b02a90b9e9" providerId="LiveId" clId="{22B1D770-15DC-4B9E-830A-B27720BEE4B0}" dt="2025-05-02T22:03:06.905" v="9" actId="22"/>
          <ac:spMkLst>
            <pc:docMk/>
            <pc:sldMk cId="2555237916" sldId="256"/>
            <ac:spMk id="5" creationId="{EDDF33BF-D8EA-43E7-AC75-F3F52FEED64E}"/>
          </ac:spMkLst>
        </pc:spChg>
        <pc:spChg chg="add mod">
          <ac:chgData name="Никита Филатов" userId="1556a2b02a90b9e9" providerId="LiveId" clId="{22B1D770-15DC-4B9E-830A-B27720BEE4B0}" dt="2025-05-02T22:06:09.155" v="128" actId="20577"/>
          <ac:spMkLst>
            <pc:docMk/>
            <pc:sldMk cId="2555237916" sldId="256"/>
            <ac:spMk id="7" creationId="{F88E9B6D-F2D2-4531-AA16-11FDE139F1C6}"/>
          </ac:spMkLst>
        </pc:spChg>
      </pc:sldChg>
      <pc:sldChg chg="addSp modSp new mod">
        <pc:chgData name="Никита Филатов" userId="1556a2b02a90b9e9" providerId="LiveId" clId="{22B1D770-15DC-4B9E-830A-B27720BEE4B0}" dt="2025-05-02T22:11:46.917" v="146" actId="1076"/>
        <pc:sldMkLst>
          <pc:docMk/>
          <pc:sldMk cId="3231119063" sldId="257"/>
        </pc:sldMkLst>
        <pc:spChg chg="mod">
          <ac:chgData name="Никита Филатов" userId="1556a2b02a90b9e9" providerId="LiveId" clId="{22B1D770-15DC-4B9E-830A-B27720BEE4B0}" dt="2025-05-02T22:07:04.834" v="131" actId="207"/>
          <ac:spMkLst>
            <pc:docMk/>
            <pc:sldMk cId="3231119063" sldId="257"/>
            <ac:spMk id="2" creationId="{9F63CBC8-3760-46C0-9E10-2D2498A259F8}"/>
          </ac:spMkLst>
        </pc:spChg>
        <pc:spChg chg="add mod">
          <ac:chgData name="Никита Филатов" userId="1556a2b02a90b9e9" providerId="LiveId" clId="{22B1D770-15DC-4B9E-830A-B27720BEE4B0}" dt="2025-05-02T22:11:46.917" v="146" actId="1076"/>
          <ac:spMkLst>
            <pc:docMk/>
            <pc:sldMk cId="3231119063" sldId="257"/>
            <ac:spMk id="4" creationId="{C9225446-9AC7-47D8-9A86-90F185C519C3}"/>
          </ac:spMkLst>
        </pc:spChg>
      </pc:sldChg>
      <pc:sldChg chg="addSp modSp new mod">
        <pc:chgData name="Никита Филатов" userId="1556a2b02a90b9e9" providerId="LiveId" clId="{22B1D770-15DC-4B9E-830A-B27720BEE4B0}" dt="2025-05-02T22:14:01.787" v="166" actId="14100"/>
        <pc:sldMkLst>
          <pc:docMk/>
          <pc:sldMk cId="440320549" sldId="258"/>
        </pc:sldMkLst>
        <pc:spChg chg="mod">
          <ac:chgData name="Никита Филатов" userId="1556a2b02a90b9e9" providerId="LiveId" clId="{22B1D770-15DC-4B9E-830A-B27720BEE4B0}" dt="2025-05-02T22:13:17.933" v="154"/>
          <ac:spMkLst>
            <pc:docMk/>
            <pc:sldMk cId="440320549" sldId="258"/>
            <ac:spMk id="2" creationId="{77B779C0-7121-4346-BC1D-83BC5B265628}"/>
          </ac:spMkLst>
        </pc:spChg>
        <pc:spChg chg="add mod">
          <ac:chgData name="Никита Филатов" userId="1556a2b02a90b9e9" providerId="LiveId" clId="{22B1D770-15DC-4B9E-830A-B27720BEE4B0}" dt="2025-05-02T22:14:01.787" v="166" actId="14100"/>
          <ac:spMkLst>
            <pc:docMk/>
            <pc:sldMk cId="440320549" sldId="258"/>
            <ac:spMk id="4" creationId="{5724F608-646C-41D2-B346-78B17F9DE31D}"/>
          </ac:spMkLst>
        </pc:spChg>
      </pc:sldChg>
      <pc:sldChg chg="addSp modSp new mod">
        <pc:chgData name="Никита Филатов" userId="1556a2b02a90b9e9" providerId="LiveId" clId="{22B1D770-15DC-4B9E-830A-B27720BEE4B0}" dt="2025-05-02T22:18:35.296" v="186" actId="1076"/>
        <pc:sldMkLst>
          <pc:docMk/>
          <pc:sldMk cId="2222975388" sldId="259"/>
        </pc:sldMkLst>
        <pc:spChg chg="mod">
          <ac:chgData name="Никита Филатов" userId="1556a2b02a90b9e9" providerId="LiveId" clId="{22B1D770-15DC-4B9E-830A-B27720BEE4B0}" dt="2025-05-02T22:14:47.710" v="170" actId="207"/>
          <ac:spMkLst>
            <pc:docMk/>
            <pc:sldMk cId="2222975388" sldId="259"/>
            <ac:spMk id="2" creationId="{F5E19C1D-80FE-4D26-8B97-BC5B308CDBA1}"/>
          </ac:spMkLst>
        </pc:spChg>
        <pc:spChg chg="add mod">
          <ac:chgData name="Никита Филатов" userId="1556a2b02a90b9e9" providerId="LiveId" clId="{22B1D770-15DC-4B9E-830A-B27720BEE4B0}" dt="2025-05-02T22:18:21.852" v="183" actId="1076"/>
          <ac:spMkLst>
            <pc:docMk/>
            <pc:sldMk cId="2222975388" sldId="259"/>
            <ac:spMk id="5" creationId="{73E5A2ED-6C7D-4397-BAE2-138DB6B87564}"/>
          </ac:spMkLst>
        </pc:spChg>
        <pc:picChg chg="add mod">
          <ac:chgData name="Никита Филатов" userId="1556a2b02a90b9e9" providerId="LiveId" clId="{22B1D770-15DC-4B9E-830A-B27720BEE4B0}" dt="2025-05-02T22:18:35.296" v="186" actId="1076"/>
          <ac:picMkLst>
            <pc:docMk/>
            <pc:sldMk cId="2222975388" sldId="259"/>
            <ac:picMk id="3" creationId="{2975F348-0BF5-447E-94B0-3375145D5A26}"/>
          </ac:picMkLst>
        </pc:picChg>
      </pc:sldChg>
      <pc:sldChg chg="addSp delSp modSp new mod">
        <pc:chgData name="Никита Филатов" userId="1556a2b02a90b9e9" providerId="LiveId" clId="{22B1D770-15DC-4B9E-830A-B27720BEE4B0}" dt="2025-05-02T22:25:25.469" v="260" actId="1076"/>
        <pc:sldMkLst>
          <pc:docMk/>
          <pc:sldMk cId="2360907805" sldId="260"/>
        </pc:sldMkLst>
        <pc:spChg chg="mod">
          <ac:chgData name="Никита Филатов" userId="1556a2b02a90b9e9" providerId="LiveId" clId="{22B1D770-15DC-4B9E-830A-B27720BEE4B0}" dt="2025-05-02T22:20:28.848" v="234"/>
          <ac:spMkLst>
            <pc:docMk/>
            <pc:sldMk cId="2360907805" sldId="260"/>
            <ac:spMk id="2" creationId="{B4478D4D-BDE8-46F8-9623-2986DBAC160D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3" creationId="{5184FCEA-92C5-45BF-A16E-7E5DC7A27F6E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4" creationId="{967AD276-0FF0-4F21-AB5F-DED93742C1B0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5" creationId="{84BAFC27-4F78-41A0-B654-122565B84ED9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6" creationId="{DBDE1A17-0175-43A3-B45C-71D6C3648357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7" creationId="{621E1B90-82C8-4EB3-9C4E-D48526CEB921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8" creationId="{D9B9EBE5-B611-48E8-BCB4-993C828335DA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9" creationId="{4872B991-BE08-4911-A784-FA723DB6C96F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0" creationId="{2BC44A66-D8AA-422C-B7CB-6F9E1D90954D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1" creationId="{3F49A690-7F69-4540-A93D-896541B25BF5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2" creationId="{ADCC949D-5F91-46C9-9791-AEDF71D76C4D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3" creationId="{EDEB7EB1-563F-4C6C-B514-442407C66BC3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4" creationId="{4DE00395-144D-457C-85C5-6C572D2418D8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5" creationId="{EE5C6262-76E8-4638-8AED-51ADB09647B8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6" creationId="{A6BEB485-974D-4281-B8BD-08FC40127386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7" creationId="{24D5C31F-B5D9-4C60-A703-E02A13FE8C97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8" creationId="{64A55337-7B7B-4FB0-ABFD-574AD41F727B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19" creationId="{D68B5AAC-A4F4-44FD-90BF-311F2D5C18CC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20" creationId="{5CFCA7A6-3B8D-49E9-B4D2-6831EC3D4334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21" creationId="{D9487FEF-430C-4FDC-AA36-E25965E343B2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22" creationId="{33AE9FE9-748E-4357-A85E-E1E42BE91B7A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23" creationId="{7937337F-95D9-44E8-B179-32E3385A5179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24" creationId="{2FB13043-22A2-48AD-9DF9-080AB1B57F7E}"/>
          </ac:spMkLst>
        </pc:spChg>
        <pc:spChg chg="add del">
          <ac:chgData name="Никита Филатов" userId="1556a2b02a90b9e9" providerId="LiveId" clId="{22B1D770-15DC-4B9E-830A-B27720BEE4B0}" dt="2025-05-02T22:22:16.578" v="236"/>
          <ac:spMkLst>
            <pc:docMk/>
            <pc:sldMk cId="2360907805" sldId="260"/>
            <ac:spMk id="25" creationId="{0B55E77E-F6B9-4415-9BFE-082F2F19515E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26" creationId="{4E1727C7-14CD-44BB-BBEB-B437F765EDFB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27" creationId="{3A69DE07-DD89-426D-AB9B-06EB9D05BB58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28" creationId="{CB589CDD-6CDF-4F40-BE76-7AD008841B3F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29" creationId="{A7D1D90B-D9C4-4D01-A69C-7CD27789B265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0" creationId="{90201C65-3101-4120-B096-2FE7A5905786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1" creationId="{66E095C0-BB4A-4621-B6D1-2552604486C9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2" creationId="{62A518B9-1F77-46D0-B979-A4D12E0D75F4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3" creationId="{01909753-56FC-408A-BEC9-4E4C0FB0030A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4" creationId="{DFC6A2F0-8430-43C0-80C3-F56D36CF183A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5" creationId="{584C077E-363E-429D-A490-C87FF27FDA4F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6" creationId="{7501B806-458D-406B-B7C2-72DB7329470B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7" creationId="{E64F9787-A68A-4BAB-BBE7-1CBA837BA18B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8" creationId="{BC22B560-713D-469B-BAD9-85F102DCA13B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39" creationId="{DF54A450-ED9B-49D8-985D-6AA7BB34ED40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0" creationId="{5C65BB81-58E6-4030-8C41-39DC55151741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1" creationId="{76310AB2-D44A-4F5C-89D9-55323EA83621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2" creationId="{7C8108C2-1EE5-432F-999E-0A1659E66064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3" creationId="{3BA2D04A-31B9-4575-A661-01C4B92E32A2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4" creationId="{E09DDB74-8DB2-4E29-82F3-58737A463D68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5" creationId="{398F1AD4-9FBD-462C-9FD4-702B6D326A79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6" creationId="{3450EF14-3BF2-4965-9709-0896BCB9482D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7" creationId="{4798465E-C218-4802-836D-CE8FB3E40127}"/>
          </ac:spMkLst>
        </pc:spChg>
        <pc:spChg chg="add del mod">
          <ac:chgData name="Никита Филатов" userId="1556a2b02a90b9e9" providerId="LiveId" clId="{22B1D770-15DC-4B9E-830A-B27720BEE4B0}" dt="2025-05-02T22:22:25.022" v="240"/>
          <ac:spMkLst>
            <pc:docMk/>
            <pc:sldMk cId="2360907805" sldId="260"/>
            <ac:spMk id="48" creationId="{3CDADC3C-5945-4449-8068-6A5FC7BBAF05}"/>
          </ac:spMkLst>
        </pc:spChg>
        <pc:spChg chg="add mod">
          <ac:chgData name="Никита Филатов" userId="1556a2b02a90b9e9" providerId="LiveId" clId="{22B1D770-15DC-4B9E-830A-B27720BEE4B0}" dt="2025-05-02T22:25:25.469" v="260" actId="1076"/>
          <ac:spMkLst>
            <pc:docMk/>
            <pc:sldMk cId="2360907805" sldId="260"/>
            <ac:spMk id="50" creationId="{50F30C92-33DE-49A3-802F-192972752482}"/>
          </ac:spMkLst>
        </pc:spChg>
      </pc:sldChg>
      <pc:sldChg chg="addSp delSp modSp new mod">
        <pc:chgData name="Никита Филатов" userId="1556a2b02a90b9e9" providerId="LiveId" clId="{22B1D770-15DC-4B9E-830A-B27720BEE4B0}" dt="2025-05-02T22:25:46.764" v="267"/>
        <pc:sldMkLst>
          <pc:docMk/>
          <pc:sldMk cId="527450153" sldId="261"/>
        </pc:sldMkLst>
        <pc:spChg chg="mod">
          <ac:chgData name="Никита Филатов" userId="1556a2b02a90b9e9" providerId="LiveId" clId="{22B1D770-15DC-4B9E-830A-B27720BEE4B0}" dt="2025-05-02T22:25:46.764" v="267"/>
          <ac:spMkLst>
            <pc:docMk/>
            <pc:sldMk cId="527450153" sldId="261"/>
            <ac:spMk id="2" creationId="{9EB1058A-9BED-4277-A090-035D94FEDDDB}"/>
          </ac:spMkLst>
        </pc:spChg>
        <pc:spChg chg="add del">
          <ac:chgData name="Никита Филатов" userId="1556a2b02a90b9e9" providerId="LiveId" clId="{22B1D770-15DC-4B9E-830A-B27720BEE4B0}" dt="2025-05-02T22:25:39.662" v="263" actId="22"/>
          <ac:spMkLst>
            <pc:docMk/>
            <pc:sldMk cId="527450153" sldId="261"/>
            <ac:spMk id="4" creationId="{F4BDBDF2-2214-4B66-BD90-ABAA7BA7945A}"/>
          </ac:spMkLst>
        </pc:spChg>
      </pc:sldChg>
      <pc:sldChg chg="modSp new mod">
        <pc:chgData name="Никита Филатов" userId="1556a2b02a90b9e9" providerId="LiveId" clId="{22B1D770-15DC-4B9E-830A-B27720BEE4B0}" dt="2025-05-02T22:26:19.425" v="273" actId="20577"/>
        <pc:sldMkLst>
          <pc:docMk/>
          <pc:sldMk cId="4264716239" sldId="262"/>
        </pc:sldMkLst>
        <pc:spChg chg="mod">
          <ac:chgData name="Никита Филатов" userId="1556a2b02a90b9e9" providerId="LiveId" clId="{22B1D770-15DC-4B9E-830A-B27720BEE4B0}" dt="2025-05-02T22:26:19.425" v="273" actId="20577"/>
          <ac:spMkLst>
            <pc:docMk/>
            <pc:sldMk cId="4264716239" sldId="262"/>
            <ac:spMk id="2" creationId="{E54294FD-F8B0-4632-BF30-B4FAFCA781E0}"/>
          </ac:spMkLst>
        </pc:spChg>
      </pc:sldChg>
      <pc:sldChg chg="modSp new mod">
        <pc:chgData name="Никита Филатов" userId="1556a2b02a90b9e9" providerId="LiveId" clId="{22B1D770-15DC-4B9E-830A-B27720BEE4B0}" dt="2025-05-02T22:26:31.310" v="274"/>
        <pc:sldMkLst>
          <pc:docMk/>
          <pc:sldMk cId="1863920359" sldId="263"/>
        </pc:sldMkLst>
        <pc:spChg chg="mod">
          <ac:chgData name="Никита Филатов" userId="1556a2b02a90b9e9" providerId="LiveId" clId="{22B1D770-15DC-4B9E-830A-B27720BEE4B0}" dt="2025-05-02T22:26:31.310" v="274"/>
          <ac:spMkLst>
            <pc:docMk/>
            <pc:sldMk cId="1863920359" sldId="263"/>
            <ac:spMk id="2" creationId="{ECB4606C-445F-44B8-9026-D4D992089BEB}"/>
          </ac:spMkLst>
        </pc:spChg>
      </pc:sldChg>
      <pc:sldChg chg="modSp new mod">
        <pc:chgData name="Никита Филатов" userId="1556a2b02a90b9e9" providerId="LiveId" clId="{22B1D770-15DC-4B9E-830A-B27720BEE4B0}" dt="2025-05-02T22:26:46.965" v="277"/>
        <pc:sldMkLst>
          <pc:docMk/>
          <pc:sldMk cId="566567338" sldId="264"/>
        </pc:sldMkLst>
        <pc:spChg chg="mod">
          <ac:chgData name="Никита Филатов" userId="1556a2b02a90b9e9" providerId="LiveId" clId="{22B1D770-15DC-4B9E-830A-B27720BEE4B0}" dt="2025-05-02T22:26:46.965" v="277"/>
          <ac:spMkLst>
            <pc:docMk/>
            <pc:sldMk cId="566567338" sldId="264"/>
            <ac:spMk id="2" creationId="{1118572B-10F6-442D-BFC2-782C9B9831A8}"/>
          </ac:spMkLst>
        </pc:spChg>
      </pc:sldChg>
      <pc:sldChg chg="modSp new mod">
        <pc:chgData name="Никита Филатов" userId="1556a2b02a90b9e9" providerId="LiveId" clId="{22B1D770-15DC-4B9E-830A-B27720BEE4B0}" dt="2025-05-02T22:27:09.258" v="278"/>
        <pc:sldMkLst>
          <pc:docMk/>
          <pc:sldMk cId="1701266834" sldId="265"/>
        </pc:sldMkLst>
        <pc:spChg chg="mod">
          <ac:chgData name="Никита Филатов" userId="1556a2b02a90b9e9" providerId="LiveId" clId="{22B1D770-15DC-4B9E-830A-B27720BEE4B0}" dt="2025-05-02T22:27:09.258" v="278"/>
          <ac:spMkLst>
            <pc:docMk/>
            <pc:sldMk cId="1701266834" sldId="265"/>
            <ac:spMk id="2" creationId="{59C0AD62-3DCD-4BC6-A8B1-78AA564B3FD1}"/>
          </ac:spMkLst>
        </pc:spChg>
      </pc:sldChg>
      <pc:sldChg chg="addSp modSp new mod">
        <pc:chgData name="Никита Филатов" userId="1556a2b02a90b9e9" providerId="LiveId" clId="{22B1D770-15DC-4B9E-830A-B27720BEE4B0}" dt="2025-05-02T22:30:13.295" v="292" actId="1076"/>
        <pc:sldMkLst>
          <pc:docMk/>
          <pc:sldMk cId="3963641777" sldId="266"/>
        </pc:sldMkLst>
        <pc:spChg chg="mod">
          <ac:chgData name="Никита Филатов" userId="1556a2b02a90b9e9" providerId="LiveId" clId="{22B1D770-15DC-4B9E-830A-B27720BEE4B0}" dt="2025-05-02T22:29:32.071" v="283"/>
          <ac:spMkLst>
            <pc:docMk/>
            <pc:sldMk cId="3963641777" sldId="266"/>
            <ac:spMk id="2" creationId="{FC0756A2-E5AA-4ECD-B149-085ABBCD3343}"/>
          </ac:spMkLst>
        </pc:spChg>
        <pc:spChg chg="add mod">
          <ac:chgData name="Никита Филатов" userId="1556a2b02a90b9e9" providerId="LiveId" clId="{22B1D770-15DC-4B9E-830A-B27720BEE4B0}" dt="2025-05-02T22:30:13.295" v="292" actId="1076"/>
          <ac:spMkLst>
            <pc:docMk/>
            <pc:sldMk cId="3963641777" sldId="266"/>
            <ac:spMk id="4" creationId="{39642478-0530-4026-ADAA-51EC4CFD9CD9}"/>
          </ac:spMkLst>
        </pc:spChg>
      </pc:sldChg>
      <pc:sldChg chg="addSp modSp new mod">
        <pc:chgData name="Никита Филатов" userId="1556a2b02a90b9e9" providerId="LiveId" clId="{22B1D770-15DC-4B9E-830A-B27720BEE4B0}" dt="2025-05-02T22:31:31.610" v="305" actId="14100"/>
        <pc:sldMkLst>
          <pc:docMk/>
          <pc:sldMk cId="2947830474" sldId="267"/>
        </pc:sldMkLst>
        <pc:spChg chg="mod">
          <ac:chgData name="Никита Филатов" userId="1556a2b02a90b9e9" providerId="LiveId" clId="{22B1D770-15DC-4B9E-830A-B27720BEE4B0}" dt="2025-05-02T22:30:58.830" v="302"/>
          <ac:spMkLst>
            <pc:docMk/>
            <pc:sldMk cId="2947830474" sldId="267"/>
            <ac:spMk id="2" creationId="{3FA140D7-28F8-4D7D-AF1D-F5C45A12975C}"/>
          </ac:spMkLst>
        </pc:spChg>
        <pc:picChg chg="add mod">
          <ac:chgData name="Никита Филатов" userId="1556a2b02a90b9e9" providerId="LiveId" clId="{22B1D770-15DC-4B9E-830A-B27720BEE4B0}" dt="2025-05-02T22:31:31.610" v="305" actId="14100"/>
          <ac:picMkLst>
            <pc:docMk/>
            <pc:sldMk cId="2947830474" sldId="267"/>
            <ac:picMk id="3" creationId="{A4E4174F-DAB7-4529-BD14-5A3F41D29E56}"/>
          </ac:picMkLst>
        </pc:picChg>
      </pc:sldChg>
      <pc:sldChg chg="addSp modSp new mod">
        <pc:chgData name="Никита Филатов" userId="1556a2b02a90b9e9" providerId="LiveId" clId="{22B1D770-15DC-4B9E-830A-B27720BEE4B0}" dt="2025-05-02T22:32:06.987" v="314" actId="14100"/>
        <pc:sldMkLst>
          <pc:docMk/>
          <pc:sldMk cId="1718985233" sldId="268"/>
        </pc:sldMkLst>
        <pc:spChg chg="mod">
          <ac:chgData name="Никита Филатов" userId="1556a2b02a90b9e9" providerId="LiveId" clId="{22B1D770-15DC-4B9E-830A-B27720BEE4B0}" dt="2025-05-02T22:31:48.024" v="310" actId="20577"/>
          <ac:spMkLst>
            <pc:docMk/>
            <pc:sldMk cId="1718985233" sldId="268"/>
            <ac:spMk id="2" creationId="{CE1C68FE-E8F9-472A-A030-BA1B5574541F}"/>
          </ac:spMkLst>
        </pc:spChg>
        <pc:picChg chg="add mod">
          <ac:chgData name="Никита Филатов" userId="1556a2b02a90b9e9" providerId="LiveId" clId="{22B1D770-15DC-4B9E-830A-B27720BEE4B0}" dt="2025-05-02T22:32:06.987" v="314" actId="14100"/>
          <ac:picMkLst>
            <pc:docMk/>
            <pc:sldMk cId="1718985233" sldId="268"/>
            <ac:picMk id="3" creationId="{7F659112-7931-4E8A-A215-6F88BF135716}"/>
          </ac:picMkLst>
        </pc:picChg>
      </pc:sldChg>
      <pc:sldChg chg="addSp modSp new mod">
        <pc:chgData name="Никита Филатов" userId="1556a2b02a90b9e9" providerId="LiveId" clId="{22B1D770-15DC-4B9E-830A-B27720BEE4B0}" dt="2025-05-02T22:34:32.711" v="343" actId="1076"/>
        <pc:sldMkLst>
          <pc:docMk/>
          <pc:sldMk cId="1861200655" sldId="269"/>
        </pc:sldMkLst>
        <pc:spChg chg="mod">
          <ac:chgData name="Никита Филатов" userId="1556a2b02a90b9e9" providerId="LiveId" clId="{22B1D770-15DC-4B9E-830A-B27720BEE4B0}" dt="2025-05-02T22:32:55.461" v="329"/>
          <ac:spMkLst>
            <pc:docMk/>
            <pc:sldMk cId="1861200655" sldId="269"/>
            <ac:spMk id="2" creationId="{33DEFB82-0AEF-4D68-9509-2EDDE6182CF1}"/>
          </ac:spMkLst>
        </pc:spChg>
        <pc:picChg chg="add mod">
          <ac:chgData name="Никита Филатов" userId="1556a2b02a90b9e9" providerId="LiveId" clId="{22B1D770-15DC-4B9E-830A-B27720BEE4B0}" dt="2025-05-02T22:33:45.927" v="333" actId="14100"/>
          <ac:picMkLst>
            <pc:docMk/>
            <pc:sldMk cId="1861200655" sldId="269"/>
            <ac:picMk id="3" creationId="{B2C8FA06-5737-465D-97F1-671DCB46C80A}"/>
          </ac:picMkLst>
        </pc:picChg>
        <pc:picChg chg="add mod">
          <ac:chgData name="Никита Филатов" userId="1556a2b02a90b9e9" providerId="LiveId" clId="{22B1D770-15DC-4B9E-830A-B27720BEE4B0}" dt="2025-05-02T22:34:28.499" v="340" actId="1076"/>
          <ac:picMkLst>
            <pc:docMk/>
            <pc:sldMk cId="1861200655" sldId="269"/>
            <ac:picMk id="4" creationId="{6E7EC47E-6B8C-4C3B-8F33-76D831F7E47B}"/>
          </ac:picMkLst>
        </pc:picChg>
        <pc:picChg chg="add mod">
          <ac:chgData name="Никита Филатов" userId="1556a2b02a90b9e9" providerId="LiveId" clId="{22B1D770-15DC-4B9E-830A-B27720BEE4B0}" dt="2025-05-02T22:34:32.711" v="343" actId="1076"/>
          <ac:picMkLst>
            <pc:docMk/>
            <pc:sldMk cId="1861200655" sldId="269"/>
            <ac:picMk id="5" creationId="{98A3E65C-E48C-47B2-B1A5-16E37CA02CC4}"/>
          </ac:picMkLst>
        </pc:picChg>
      </pc:sldChg>
      <pc:sldChg chg="addSp modSp new mod">
        <pc:chgData name="Никита Филатов" userId="1556a2b02a90b9e9" providerId="LiveId" clId="{22B1D770-15DC-4B9E-830A-B27720BEE4B0}" dt="2025-05-02T22:37:01.325" v="379" actId="1076"/>
        <pc:sldMkLst>
          <pc:docMk/>
          <pc:sldMk cId="1601903020" sldId="270"/>
        </pc:sldMkLst>
        <pc:spChg chg="mod">
          <ac:chgData name="Никита Филатов" userId="1556a2b02a90b9e9" providerId="LiveId" clId="{22B1D770-15DC-4B9E-830A-B27720BEE4B0}" dt="2025-05-02T22:34:57.846" v="347"/>
          <ac:spMkLst>
            <pc:docMk/>
            <pc:sldMk cId="1601903020" sldId="270"/>
            <ac:spMk id="2" creationId="{C2BC3255-6A52-4071-B17A-E26B697958F6}"/>
          </ac:spMkLst>
        </pc:spChg>
        <pc:spChg chg="add mod">
          <ac:chgData name="Никита Филатов" userId="1556a2b02a90b9e9" providerId="LiveId" clId="{22B1D770-15DC-4B9E-830A-B27720BEE4B0}" dt="2025-05-02T22:37:01.325" v="379" actId="1076"/>
          <ac:spMkLst>
            <pc:docMk/>
            <pc:sldMk cId="1601903020" sldId="270"/>
            <ac:spMk id="4" creationId="{3E686FD0-7FDC-4B42-85DC-4F5426D53A42}"/>
          </ac:spMkLst>
        </pc:spChg>
      </pc:sldChg>
      <pc:sldChg chg="modSp new mod">
        <pc:chgData name="Никита Филатов" userId="1556a2b02a90b9e9" providerId="LiveId" clId="{22B1D770-15DC-4B9E-830A-B27720BEE4B0}" dt="2025-05-02T22:37:36.070" v="404"/>
        <pc:sldMkLst>
          <pc:docMk/>
          <pc:sldMk cId="2056733542" sldId="271"/>
        </pc:sldMkLst>
        <pc:spChg chg="mod">
          <ac:chgData name="Никита Филатов" userId="1556a2b02a90b9e9" providerId="LiveId" clId="{22B1D770-15DC-4B9E-830A-B27720BEE4B0}" dt="2025-05-02T22:37:36.070" v="404"/>
          <ac:spMkLst>
            <pc:docMk/>
            <pc:sldMk cId="2056733542" sldId="271"/>
            <ac:spMk id="2" creationId="{1ACC6842-C7DF-4D4E-B21B-62EFE15F6FF8}"/>
          </ac:spMkLst>
        </pc:spChg>
      </pc:sldChg>
      <pc:sldChg chg="addSp modSp new mod">
        <pc:chgData name="Никита Филатов" userId="1556a2b02a90b9e9" providerId="LiveId" clId="{22B1D770-15DC-4B9E-830A-B27720BEE4B0}" dt="2025-05-02T22:43:57.574" v="427" actId="1076"/>
        <pc:sldMkLst>
          <pc:docMk/>
          <pc:sldMk cId="1341675473" sldId="272"/>
        </pc:sldMkLst>
        <pc:spChg chg="mod">
          <ac:chgData name="Никита Филатов" userId="1556a2b02a90b9e9" providerId="LiveId" clId="{22B1D770-15DC-4B9E-830A-B27720BEE4B0}" dt="2025-05-02T22:42:58.301" v="421"/>
          <ac:spMkLst>
            <pc:docMk/>
            <pc:sldMk cId="1341675473" sldId="272"/>
            <ac:spMk id="2" creationId="{318D419F-F769-4784-A5F8-8BD918212601}"/>
          </ac:spMkLst>
        </pc:spChg>
        <pc:picChg chg="add mod">
          <ac:chgData name="Никита Филатов" userId="1556a2b02a90b9e9" providerId="LiveId" clId="{22B1D770-15DC-4B9E-830A-B27720BEE4B0}" dt="2025-05-02T22:43:35.851" v="424" actId="1076"/>
          <ac:picMkLst>
            <pc:docMk/>
            <pc:sldMk cId="1341675473" sldId="272"/>
            <ac:picMk id="4" creationId="{85F82B6C-F819-4568-98B1-604F78F8F136}"/>
          </ac:picMkLst>
        </pc:picChg>
        <pc:picChg chg="add mod">
          <ac:chgData name="Никита Филатов" userId="1556a2b02a90b9e9" providerId="LiveId" clId="{22B1D770-15DC-4B9E-830A-B27720BEE4B0}" dt="2025-05-02T22:43:57.574" v="427" actId="1076"/>
          <ac:picMkLst>
            <pc:docMk/>
            <pc:sldMk cId="1341675473" sldId="272"/>
            <ac:picMk id="6" creationId="{2C9C52A5-6DE0-4650-B8E4-BF6A201C3EE2}"/>
          </ac:picMkLst>
        </pc:picChg>
      </pc:sldChg>
    </pc:docChg>
  </pc:docChgLst>
  <pc:docChgLst>
    <pc:chgData name="Никита Филатов" userId="1556a2b02a90b9e9" providerId="LiveId" clId="{0060D726-ED6C-4036-AFE2-3DF8724BEE20}"/>
    <pc:docChg chg="custSel modSld">
      <pc:chgData name="Никита Филатов" userId="1556a2b02a90b9e9" providerId="LiveId" clId="{0060D726-ED6C-4036-AFE2-3DF8724BEE20}" dt="2025-05-03T02:53:52" v="32" actId="1076"/>
      <pc:docMkLst>
        <pc:docMk/>
      </pc:docMkLst>
      <pc:sldChg chg="addSp modSp mod">
        <pc:chgData name="Никита Филатов" userId="1556a2b02a90b9e9" providerId="LiveId" clId="{0060D726-ED6C-4036-AFE2-3DF8724BEE20}" dt="2025-05-03T02:17:39.538" v="19" actId="1076"/>
        <pc:sldMkLst>
          <pc:docMk/>
          <pc:sldMk cId="527450153" sldId="261"/>
        </pc:sldMkLst>
        <pc:picChg chg="add mod">
          <ac:chgData name="Никита Филатов" userId="1556a2b02a90b9e9" providerId="LiveId" clId="{0060D726-ED6C-4036-AFE2-3DF8724BEE20}" dt="2025-05-03T02:17:39.538" v="19" actId="1076"/>
          <ac:picMkLst>
            <pc:docMk/>
            <pc:sldMk cId="527450153" sldId="261"/>
            <ac:picMk id="4" creationId="{CCD82338-B918-41CE-9B81-96334E0758F1}"/>
          </ac:picMkLst>
        </pc:picChg>
      </pc:sldChg>
      <pc:sldChg chg="addSp modSp mod">
        <pc:chgData name="Никита Филатов" userId="1556a2b02a90b9e9" providerId="LiveId" clId="{0060D726-ED6C-4036-AFE2-3DF8724BEE20}" dt="2025-05-03T02:17:36.318" v="18" actId="1076"/>
        <pc:sldMkLst>
          <pc:docMk/>
          <pc:sldMk cId="4264716239" sldId="262"/>
        </pc:sldMkLst>
        <pc:picChg chg="add mod">
          <ac:chgData name="Никита Филатов" userId="1556a2b02a90b9e9" providerId="LiveId" clId="{0060D726-ED6C-4036-AFE2-3DF8724BEE20}" dt="2025-05-03T02:17:36.318" v="18" actId="1076"/>
          <ac:picMkLst>
            <pc:docMk/>
            <pc:sldMk cId="4264716239" sldId="262"/>
            <ac:picMk id="4" creationId="{7E1F3595-9C06-4428-93FD-80B969104580}"/>
          </ac:picMkLst>
        </pc:picChg>
      </pc:sldChg>
      <pc:sldChg chg="addSp modSp mod">
        <pc:chgData name="Никита Филатов" userId="1556a2b02a90b9e9" providerId="LiveId" clId="{0060D726-ED6C-4036-AFE2-3DF8724BEE20}" dt="2025-05-03T02:50:58.350" v="28" actId="1076"/>
        <pc:sldMkLst>
          <pc:docMk/>
          <pc:sldMk cId="1863920359" sldId="263"/>
        </pc:sldMkLst>
        <pc:picChg chg="add mod">
          <ac:chgData name="Никита Филатов" userId="1556a2b02a90b9e9" providerId="LiveId" clId="{0060D726-ED6C-4036-AFE2-3DF8724BEE20}" dt="2025-05-03T02:50:57.311" v="27" actId="1076"/>
          <ac:picMkLst>
            <pc:docMk/>
            <pc:sldMk cId="1863920359" sldId="263"/>
            <ac:picMk id="4" creationId="{159EF829-7F89-4CED-AB51-DC2E0406941E}"/>
          </ac:picMkLst>
        </pc:picChg>
        <pc:picChg chg="add mod">
          <ac:chgData name="Никита Филатов" userId="1556a2b02a90b9e9" providerId="LiveId" clId="{0060D726-ED6C-4036-AFE2-3DF8724BEE20}" dt="2025-05-03T02:50:58.350" v="28" actId="1076"/>
          <ac:picMkLst>
            <pc:docMk/>
            <pc:sldMk cId="1863920359" sldId="263"/>
            <ac:picMk id="5" creationId="{E3DE7B3E-E460-4E24-B8D5-4B121EC519C5}"/>
          </ac:picMkLst>
        </pc:picChg>
      </pc:sldChg>
      <pc:sldChg chg="addSp modSp mod">
        <pc:chgData name="Никита Филатов" userId="1556a2b02a90b9e9" providerId="LiveId" clId="{0060D726-ED6C-4036-AFE2-3DF8724BEE20}" dt="2025-05-03T02:53:52" v="32" actId="1076"/>
        <pc:sldMkLst>
          <pc:docMk/>
          <pc:sldMk cId="566567338" sldId="264"/>
        </pc:sldMkLst>
        <pc:picChg chg="add mod">
          <ac:chgData name="Никита Филатов" userId="1556a2b02a90b9e9" providerId="LiveId" clId="{0060D726-ED6C-4036-AFE2-3DF8724BEE20}" dt="2025-05-03T02:53:43.121" v="29" actId="1076"/>
          <ac:picMkLst>
            <pc:docMk/>
            <pc:sldMk cId="566567338" sldId="264"/>
            <ac:picMk id="4" creationId="{6AD5E4C4-231A-40F6-84CB-4DFC0ED59502}"/>
          </ac:picMkLst>
        </pc:picChg>
        <pc:picChg chg="add mod">
          <ac:chgData name="Никита Филатов" userId="1556a2b02a90b9e9" providerId="LiveId" clId="{0060D726-ED6C-4036-AFE2-3DF8724BEE20}" dt="2025-05-03T02:53:52" v="32" actId="1076"/>
          <ac:picMkLst>
            <pc:docMk/>
            <pc:sldMk cId="566567338" sldId="264"/>
            <ac:picMk id="5" creationId="{F5A5AA86-9C9C-4674-9DE5-341354F6F8C9}"/>
          </ac:picMkLst>
        </pc:picChg>
      </pc:sldChg>
      <pc:sldChg chg="addSp modSp mod">
        <pc:chgData name="Никита Филатов" userId="1556a2b02a90b9e9" providerId="LiveId" clId="{0060D726-ED6C-4036-AFE2-3DF8724BEE20}" dt="2025-05-03T02:17:27.477" v="15" actId="1076"/>
        <pc:sldMkLst>
          <pc:docMk/>
          <pc:sldMk cId="1701266834" sldId="265"/>
        </pc:sldMkLst>
        <pc:picChg chg="add mod">
          <ac:chgData name="Никита Филатов" userId="1556a2b02a90b9e9" providerId="LiveId" clId="{0060D726-ED6C-4036-AFE2-3DF8724BEE20}" dt="2025-05-03T02:17:27.477" v="15" actId="1076"/>
          <ac:picMkLst>
            <pc:docMk/>
            <pc:sldMk cId="1701266834" sldId="265"/>
            <ac:picMk id="4" creationId="{F4ECBD3D-1E90-47CC-9A7C-A05B95FE1A7A}"/>
          </ac:picMkLst>
        </pc:picChg>
      </pc:sldChg>
      <pc:sldChg chg="addSp delSp modSp mod">
        <pc:chgData name="Никита Филатов" userId="1556a2b02a90b9e9" providerId="LiveId" clId="{0060D726-ED6C-4036-AFE2-3DF8724BEE20}" dt="2025-05-03T02:49:15.878" v="23" actId="1076"/>
        <pc:sldMkLst>
          <pc:docMk/>
          <pc:sldMk cId="1718985233" sldId="268"/>
        </pc:sldMkLst>
        <pc:picChg chg="del">
          <ac:chgData name="Никита Филатов" userId="1556a2b02a90b9e9" providerId="LiveId" clId="{0060D726-ED6C-4036-AFE2-3DF8724BEE20}" dt="2025-05-03T02:48:59.388" v="20" actId="478"/>
          <ac:picMkLst>
            <pc:docMk/>
            <pc:sldMk cId="1718985233" sldId="268"/>
            <ac:picMk id="3" creationId="{7F659112-7931-4E8A-A215-6F88BF135716}"/>
          </ac:picMkLst>
        </pc:picChg>
        <pc:picChg chg="add mod">
          <ac:chgData name="Никита Филатов" userId="1556a2b02a90b9e9" providerId="LiveId" clId="{0060D726-ED6C-4036-AFE2-3DF8724BEE20}" dt="2025-05-03T02:49:15.878" v="23" actId="1076"/>
          <ac:picMkLst>
            <pc:docMk/>
            <pc:sldMk cId="1718985233" sldId="268"/>
            <ac:picMk id="5" creationId="{E6015158-1017-42A6-921A-001377943A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4234B-E681-4B7A-A50C-29EF9A7C9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E13F8-B671-44B8-A0E7-1BAF5A6F8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CFCA47-74D5-4E09-84C8-7C0E87CE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4A42E1-4D1F-4538-8136-F303308E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8FA59-B8A6-4503-BF28-49DA94CF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13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A1D93-83CB-4D28-9BCA-43F2CD58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0D7C21-B809-4E87-8046-139DBC727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C9B9A3-7D71-425A-BCAF-04A4EC27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7847DF-449E-4807-8CE5-CACEB4CD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F7AD1E-3F25-4BAE-A82B-CB2AB855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4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9D6EA-3EA2-43CB-963B-93438795E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508421-F43F-47EC-BFCE-699715DCC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CF810-7C22-4693-87E1-7A701252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56B3B-6D05-40D4-9493-FB8D483E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1CBCE0-BD93-412C-82DE-526AA54E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44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6CAB5-BCD1-48E5-B296-DCA1C7A41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0F3A24-C35A-485F-B41A-85E143701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EBBE97-6857-48CF-98B0-3208D1E84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725041-3E16-40AD-B574-58C8FA46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2AC289-2D71-479E-8D31-91DF5452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F6B7DF-BE62-4DCF-9F4E-A66FB868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661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7C845-5F54-466B-85B4-4291CCBF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77B94F-F905-4FA4-8D37-266FBD388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6C8E23-AFB7-4C0E-BE41-DC6FE5DB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CA88D9-4597-4456-8AC0-19325FE09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7CEDE8A-B708-4C39-B418-1368FE6F3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72CB4-A48D-450F-87B2-76B293058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FF33BDE-BCC5-416C-9CC3-ED4208D8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ED07F44-7764-4887-A420-2450F64B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17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DA768F-924C-4F55-8047-F637AC9F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DD47F3B-8106-449F-8304-3A502212B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27DF6C-66CE-4962-866C-11DFB1EE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5FFCE4-9189-46AD-B410-7AA9D6A8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1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D2654B-DDBF-472A-8AA3-8495D5CD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65C216-4C75-47D7-84DD-433DB032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D50201-50E9-4D5A-AEA7-66452EDE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935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B7DBB-8C54-4BAE-9BFD-58E37518F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16FC60-71F4-4128-A082-1D584B4EC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F871B7-14CA-4EB9-880B-09E92A2DA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6F05A5-4279-4BD2-97A7-D65599B3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1F0B51-E8C2-44A1-AF83-F29DFC79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6AA0B1-CF3C-4205-B7DA-A12B2C3A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1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FB621-6ED1-437C-A083-FEAE0F4C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4F8AA53-E70C-4FDD-9944-D93E8AD27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B89640-FB38-4E34-92D5-BDBD3D61C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D323A1-3F40-40DF-AF53-84F098558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33C19B-5B81-47A3-8E99-BA1B3550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A85675-49D2-492C-93DA-0D585C78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95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A5D01-64E0-4047-B589-F3282121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19689F-DDAE-4495-BDD8-1A1690669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3D4757-6920-46EA-AF0A-F2AC4418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E6BC42-A149-44E4-92CA-BC1B63D4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C00D0D-E7DB-4290-B3AC-1035580C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23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09A4BEF-DC2F-4C5B-B23E-E9B130BB6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64217D-105B-448C-A02F-56FFF38FB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E8599A-D3D1-4495-BE8F-36236502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B210D2-7C0E-4BB4-8965-600AD0D2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FE4DBE-4881-4750-9C8C-2A5935BF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16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A31D5-6258-4944-B3A2-A8F15FCDD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D0C231-9993-4CB3-A299-1376DA66D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63BDF8-10AA-4D95-894A-9FC6B703A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510E0-2558-44F0-9D06-6A83B1147BB0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F51538-AB70-4A86-B85F-663BD5A91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D24205-92FE-4AE4-9042-5A0468B9A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434E-A0F1-4AA8-8A7C-75FBDB28A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15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8B024-7A53-4F40-BC18-7392BAA9A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011" y="1041400"/>
            <a:ext cx="11032957" cy="2387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Разработка мобильного приложения</a:t>
            </a:r>
            <a:br>
              <a:rPr lang="ru-RU" b="1" dirty="0"/>
            </a:br>
            <a:r>
              <a:rPr lang="ru-RU" b="1" dirty="0"/>
              <a:t> «Бронирование отелей»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740978-54EF-4CD7-A55D-2FF3E7842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5874" y="3521075"/>
            <a:ext cx="9144000" cy="1655762"/>
          </a:xfrm>
        </p:spPr>
        <p:txBody>
          <a:bodyPr/>
          <a:lstStyle/>
          <a:p>
            <a:r>
              <a:rPr lang="ru-RU" b="0" i="0" dirty="0">
                <a:effectLst/>
                <a:latin typeface="system-ui"/>
              </a:rPr>
              <a:t>Проект по созданию клиент-серверного приложения для бронирования отелей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E9B6D-F2D2-4531-AA16-11FDE139F1C6}"/>
              </a:ext>
            </a:extLst>
          </p:cNvPr>
          <p:cNvSpPr txBox="1"/>
          <p:nvPr/>
        </p:nvSpPr>
        <p:spPr>
          <a:xfrm>
            <a:off x="652713" y="5470008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system-ui"/>
              </a:rPr>
              <a:t>Автор: Филатов Н.А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en-US" dirty="0">
                <a:latin typeface="system-ui"/>
              </a:rPr>
              <a:t>;</a:t>
            </a:r>
            <a:r>
              <a:rPr lang="ru-RU" b="0" i="0" dirty="0">
                <a:effectLst/>
                <a:latin typeface="system-ui"/>
              </a:rPr>
              <a:t> Миллер Н.Р.</a:t>
            </a:r>
            <a:r>
              <a:rPr lang="en-US" b="0" i="0" dirty="0">
                <a:effectLst/>
                <a:latin typeface="system-ui"/>
              </a:rPr>
              <a:t> ;</a:t>
            </a:r>
            <a:r>
              <a:rPr lang="ru-RU" b="0" i="0" dirty="0">
                <a:effectLst/>
                <a:latin typeface="system-ui"/>
              </a:rPr>
              <a:t> </a:t>
            </a:r>
            <a:r>
              <a:rPr lang="ru-RU" dirty="0">
                <a:latin typeface="system-ui"/>
              </a:rPr>
              <a:t>Мазур И.Д.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523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3CBC8-3760-46C0-9E10-2D2498A2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system-ui"/>
              </a:rPr>
              <a:t>Цель проекта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25446-9AC7-47D8-9A86-90F185C519C3}"/>
              </a:ext>
            </a:extLst>
          </p:cNvPr>
          <p:cNvSpPr txBox="1"/>
          <p:nvPr/>
        </p:nvSpPr>
        <p:spPr>
          <a:xfrm>
            <a:off x="946484" y="1690688"/>
            <a:ext cx="10627895" cy="434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Разработка клиент-серверного мобильного приложения для поиска, сравнения и бронирования отелей с расширенным функционалом:</a:t>
            </a:r>
          </a:p>
          <a:p>
            <a:pPr marL="285750" indent="-285750" algn="l">
              <a:lnSpc>
                <a:spcPct val="15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Обеспечение удобного и интуитивно понятного интерфейса для пользователей.</a:t>
            </a:r>
          </a:p>
          <a:p>
            <a:pPr marL="285750" indent="-285750" algn="l">
              <a:lnSpc>
                <a:spcPct val="15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Реализация функций поиска и фильтрации отелей по ключевым параметрам (местоположение, цена, рейтинг, удобства).</a:t>
            </a:r>
          </a:p>
          <a:p>
            <a:pPr marL="285750" indent="-285750" algn="l">
              <a:lnSpc>
                <a:spcPct val="15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Внедрение системы бронирования с предварительным расчетом стоимости и возможностью выбора дополнительных услуг.</a:t>
            </a:r>
          </a:p>
          <a:p>
            <a:pPr marL="285750" indent="-285750" algn="l">
              <a:lnSpc>
                <a:spcPct val="15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Организация обратной связи через систему отзывов и рейтингов.</a:t>
            </a:r>
          </a:p>
          <a:p>
            <a:pPr marL="285750" indent="-285750" algn="l">
              <a:lnSpc>
                <a:spcPct val="15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Настройка PUSH-уведомлений для информирования пользователей о статусе бронирования.</a:t>
            </a:r>
          </a:p>
          <a:p>
            <a:pPr marL="285750" indent="-285750" algn="l">
              <a:lnSpc>
                <a:spcPct val="15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Обеспечение безопасности данных и масштабируемости архитектуры.</a:t>
            </a:r>
          </a:p>
        </p:txBody>
      </p:sp>
    </p:spTree>
    <p:extLst>
      <p:ext uri="{BB962C8B-B14F-4D97-AF65-F5344CB8AC3E}">
        <p14:creationId xmlns:p14="http://schemas.microsoft.com/office/powerpoint/2010/main" val="323111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779C0-7121-4346-BC1D-83BC5B26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system-ui"/>
              </a:rPr>
              <a:t>Основные функции приложения</a:t>
            </a:r>
            <a:endParaRPr lang="ru-RU" dirty="0">
              <a:latin typeface="system-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4F608-646C-41D2-B346-78B17F9DE31D}"/>
              </a:ext>
            </a:extLst>
          </p:cNvPr>
          <p:cNvSpPr txBox="1"/>
          <p:nvPr/>
        </p:nvSpPr>
        <p:spPr>
          <a:xfrm>
            <a:off x="1624264" y="1859340"/>
            <a:ext cx="7796462" cy="369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авторизация</a:t>
            </a:r>
          </a:p>
          <a:p>
            <a:pPr marL="285750" indent="-285750" algn="l">
              <a:lnSpc>
                <a:spcPct val="20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 отелей (по датам, местоположению, цене, звездности)</a:t>
            </a:r>
          </a:p>
          <a:p>
            <a:pPr marL="285750" indent="-285750" algn="l">
              <a:lnSpc>
                <a:spcPct val="20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Бронирование номеров с выбором дополнительных услуг</a:t>
            </a:r>
          </a:p>
          <a:p>
            <a:pPr marL="285750" indent="-285750" algn="l">
              <a:lnSpc>
                <a:spcPct val="20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Предварительный расчет стоимости</a:t>
            </a:r>
          </a:p>
          <a:p>
            <a:pPr marL="285750" indent="-285750" algn="l">
              <a:lnSpc>
                <a:spcPct val="20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отзывов и рейтингов</a:t>
            </a:r>
          </a:p>
          <a:p>
            <a:pPr marL="285750" indent="-285750" algn="l">
              <a:lnSpc>
                <a:spcPct val="200000"/>
              </a:lnSpc>
              <a:buFontTx/>
              <a:buChar char="‒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PUSH-уведомления</a:t>
            </a:r>
          </a:p>
        </p:txBody>
      </p:sp>
    </p:spTree>
    <p:extLst>
      <p:ext uri="{BB962C8B-B14F-4D97-AF65-F5344CB8AC3E}">
        <p14:creationId xmlns:p14="http://schemas.microsoft.com/office/powerpoint/2010/main" val="440320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19C1D-80FE-4D26-8B97-BC5B308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system-ui"/>
              </a:rPr>
              <a:t>Архитектура приложения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75F348-0BF5-447E-94B0-3375145D5A2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96" y="2075699"/>
            <a:ext cx="5498431" cy="3350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E5A2ED-6C7D-4397-BAE2-138DB6B87564}"/>
              </a:ext>
            </a:extLst>
          </p:cNvPr>
          <p:cNvSpPr txBox="1"/>
          <p:nvPr/>
        </p:nvSpPr>
        <p:spPr>
          <a:xfrm>
            <a:off x="5982703" y="1580977"/>
            <a:ext cx="60939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  <a:latin typeface="system-ui"/>
              </a:rPr>
              <a:t>Комментарии к компонентам: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Клиентская часть (</a:t>
            </a:r>
            <a:r>
              <a:rPr lang="ru-RU" b="0" i="0" dirty="0" err="1">
                <a:effectLst/>
                <a:latin typeface="system-ui"/>
              </a:rPr>
              <a:t>Android</a:t>
            </a:r>
            <a:r>
              <a:rPr lang="ru-RU" b="0" i="0" dirty="0">
                <a:effectLst/>
                <a:latin typeface="system-ui"/>
              </a:rPr>
              <a:t>, Java)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Мобильное приложение с интуитивным интерфейсом.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Отвечает за отображение информации и взаимодействие с пользователем.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REST API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Промежуточный слой между клиентом и сервером.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Обеспечивает обмен данными в формате JSON.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Поддерживает методы GET, POST, PUT, DELETE.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Серверная часть (C# ASP.NET Core)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База данных (SQL Server)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Хранение информации о пользователях, отелях, номерах, бронировании и отзывах.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effectLst/>
                <a:latin typeface="system-ui"/>
              </a:rPr>
              <a:t>Оптимизация запросов с помощью индексов и хранимых процедур.</a:t>
            </a:r>
          </a:p>
        </p:txBody>
      </p:sp>
    </p:spTree>
    <p:extLst>
      <p:ext uri="{BB962C8B-B14F-4D97-AF65-F5344CB8AC3E}">
        <p14:creationId xmlns:p14="http://schemas.microsoft.com/office/powerpoint/2010/main" val="2222975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78D4D-BDE8-46F8-9623-2986DBAC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ystem-ui"/>
              </a:rPr>
              <a:t>Основные экраны приложения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F30C92-33DE-49A3-802F-192972752482}"/>
              </a:ext>
            </a:extLst>
          </p:cNvPr>
          <p:cNvSpPr txBox="1"/>
          <p:nvPr/>
        </p:nvSpPr>
        <p:spPr>
          <a:xfrm>
            <a:off x="1436772" y="1464319"/>
            <a:ext cx="6913144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регистрации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авторизации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экран (Главная)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Детальная страница отеля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бронирования номера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списка бронирований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отзывов и рейтингов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фильтров отелей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добавления отзыва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истории бронирований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управления аккаунтом</a:t>
            </a:r>
          </a:p>
        </p:txBody>
      </p:sp>
    </p:spTree>
    <p:extLst>
      <p:ext uri="{BB962C8B-B14F-4D97-AF65-F5344CB8AC3E}">
        <p14:creationId xmlns:p14="http://schemas.microsoft.com/office/powerpoint/2010/main" val="2360907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D419F-F769-4784-A5F8-8BD91821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ystem-ui"/>
              </a:rPr>
              <a:t>Дизайн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F82B6C-F819-4568-98B1-604F78F8F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90" y="1690688"/>
            <a:ext cx="4775037" cy="465988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9C52A5-6DE0-4650-B8E4-BF6A201C3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948" y="1654334"/>
            <a:ext cx="4892858" cy="469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7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1058A-9BED-4277-A090-035D94FE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ystem-ui"/>
              </a:rPr>
              <a:t>Экран регистрации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D82338-B918-41CE-9B81-96334E075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059" y="1484565"/>
            <a:ext cx="2371881" cy="528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5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294FD-F8B0-4632-BF30-B4FAFCA7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авторизации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1F3595-9C06-4428-93FD-80B969104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091" y="1405878"/>
            <a:ext cx="2347818" cy="523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16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4606C-445F-44B8-9026-D4D99208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экран (Главная)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9EF829-7F89-4CED-AB51-DC2E04069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669" y="1139691"/>
            <a:ext cx="2395945" cy="53428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DE7B3E-E460-4E24-B8D5-4B121EC51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31" y="1549191"/>
            <a:ext cx="4500096" cy="452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2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8572B-10F6-442D-BFC2-782C9B98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ystem-ui"/>
              </a:rPr>
              <a:t>Экран фильтров отелей</a:t>
            </a:r>
            <a:br>
              <a:rPr lang="ru-RU" dirty="0">
                <a:latin typeface="system-ui"/>
              </a:rPr>
            </a:br>
            <a:endParaRPr lang="ru-RU" dirty="0">
              <a:latin typeface="system-ui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D5E4C4-231A-40F6-84CB-4DFC0ED59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852" y="1415549"/>
            <a:ext cx="2276863" cy="507732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A5AA86-9C9C-4674-9DE5-341354F6F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054" y="1415549"/>
            <a:ext cx="6663659" cy="45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6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0AD62-3DCD-4BC6-A8B1-78AA564B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истории бронирований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ECBD3D-1E90-47CC-9A7C-A05B95FE1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940" y="1096341"/>
            <a:ext cx="2420008" cy="539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6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756A2-E5AA-4ECD-B149-085ABBCD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ystem-ui"/>
              </a:rPr>
              <a:t>Масштабируемость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42478-0530-4026-ADAA-51EC4CFD9CD9}"/>
              </a:ext>
            </a:extLst>
          </p:cNvPr>
          <p:cNvSpPr txBox="1"/>
          <p:nvPr/>
        </p:nvSpPr>
        <p:spPr>
          <a:xfrm>
            <a:off x="1182102" y="2209346"/>
            <a:ext cx="8010024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Times New Roman" panose="02020603050405020304" pitchFamily="18" charset="0"/>
              <a:buChar char="‑"/>
            </a:pP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-контейнеризация</a:t>
            </a:r>
          </a:p>
          <a:p>
            <a:pPr marL="285750" indent="-285750" algn="l">
              <a:lnSpc>
                <a:spcPct val="200000"/>
              </a:lnSpc>
              <a:buFont typeface="Times New Roman" panose="02020603050405020304" pitchFamily="18" charset="0"/>
              <a:buChar char="‑"/>
            </a:pP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компонентов (клиент, сервер, база данных)</a:t>
            </a:r>
          </a:p>
          <a:p>
            <a:pPr marL="285750" indent="-285750" algn="l">
              <a:lnSpc>
                <a:spcPct val="200000"/>
              </a:lnSpc>
              <a:buFont typeface="Times New Roman" panose="02020603050405020304" pitchFamily="18" charset="0"/>
              <a:buChar char="‑"/>
            </a:pP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Готовность к добавлению новых функций и сервисов</a:t>
            </a:r>
          </a:p>
        </p:txBody>
      </p:sp>
    </p:spTree>
    <p:extLst>
      <p:ext uri="{BB962C8B-B14F-4D97-AF65-F5344CB8AC3E}">
        <p14:creationId xmlns:p14="http://schemas.microsoft.com/office/powerpoint/2010/main" val="3963641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140D7-28F8-4D7D-AF1D-F5C45A12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03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system-ui"/>
              </a:rPr>
              <a:t>Диаграмма вариантов использования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E4174F-DAB7-4529-BD14-5A3F41D29E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13811" y="1738312"/>
            <a:ext cx="7459577" cy="406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30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C68FE-E8F9-472A-A030-BA1B5574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ystem-ui"/>
              </a:rPr>
              <a:t>ER-</a:t>
            </a:r>
            <a:r>
              <a:rPr lang="ru-RU" dirty="0">
                <a:latin typeface="system-ui"/>
              </a:rPr>
              <a:t>диаграмма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015158-1017-42A6-921A-001377943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093" y="1391727"/>
            <a:ext cx="8616135" cy="530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85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EFB82-0AEF-4D68-9509-2EDDE618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ystem-ui"/>
              </a:rPr>
              <a:t>Тестирование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C8FA06-5737-465D-97F1-671DCB46C80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38037"/>
            <a:ext cx="4455695" cy="4766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E7EC47E-6B8C-4C3B-8F33-76D831F7E47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41975" y="4258345"/>
            <a:ext cx="5571457" cy="204620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A3E65C-E48C-47B2-B1A5-16E37CA02CC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641975" y="1359400"/>
            <a:ext cx="5571458" cy="248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00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C3255-6A52-4071-B17A-E26B6979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ystem-ui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86FD0-7FDC-4B42-85DC-4F5426D53A42}"/>
              </a:ext>
            </a:extLst>
          </p:cNvPr>
          <p:cNvSpPr txBox="1"/>
          <p:nvPr/>
        </p:nvSpPr>
        <p:spPr>
          <a:xfrm>
            <a:off x="1235242" y="2256339"/>
            <a:ext cx="10118558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Calibri" panose="020F0502020204030204" pitchFamily="34" charset="0"/>
              <a:buChar char="―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полностью соответствует требованиям технического задания</a:t>
            </a:r>
          </a:p>
          <a:p>
            <a:pPr marL="342900" indent="-342900" algn="l">
              <a:lnSpc>
                <a:spcPct val="150000"/>
              </a:lnSpc>
              <a:buFont typeface="Calibri" panose="020F0502020204030204" pitchFamily="34" charset="0"/>
              <a:buChar char="―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 реализованы все основные функции</a:t>
            </a:r>
          </a:p>
          <a:p>
            <a:pPr marL="342900" indent="-342900" algn="l">
              <a:lnSpc>
                <a:spcPct val="150000"/>
              </a:lnSpc>
              <a:buFont typeface="Calibri" panose="020F0502020204030204" pitchFamily="34" charset="0"/>
              <a:buChar char="―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потенциал для дальнейшего развития: интеграция новых платформ, расширение функционала</a:t>
            </a:r>
          </a:p>
        </p:txBody>
      </p:sp>
    </p:spTree>
    <p:extLst>
      <p:ext uri="{BB962C8B-B14F-4D97-AF65-F5344CB8AC3E}">
        <p14:creationId xmlns:p14="http://schemas.microsoft.com/office/powerpoint/2010/main" val="1601903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C6842-C7DF-4D4E-B21B-62EFE15F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1914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system-ui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0567335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351</Words>
  <Application>Microsoft Office PowerPoint</Application>
  <PresentationFormat>Широкоэкранный</PresentationFormat>
  <Paragraphs>62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system-ui</vt:lpstr>
      <vt:lpstr>Times New Roman</vt:lpstr>
      <vt:lpstr>Тема Office</vt:lpstr>
      <vt:lpstr>Разработка мобильного приложения  «Бронирование отелей»</vt:lpstr>
      <vt:lpstr>Цель проекта</vt:lpstr>
      <vt:lpstr>Основные функции приложения</vt:lpstr>
      <vt:lpstr>Архитектура приложения</vt:lpstr>
      <vt:lpstr>Основные экраны приложения</vt:lpstr>
      <vt:lpstr>Дизайн</vt:lpstr>
      <vt:lpstr>Экран регистрации</vt:lpstr>
      <vt:lpstr>Экран авторизации</vt:lpstr>
      <vt:lpstr>Главный экран (Главная) </vt:lpstr>
      <vt:lpstr>Экран фильтров отелей </vt:lpstr>
      <vt:lpstr>Экран истории бронирований </vt:lpstr>
      <vt:lpstr>Масштабируемость</vt:lpstr>
      <vt:lpstr>Диаграмма вариантов использования</vt:lpstr>
      <vt:lpstr>ER-диаграмма</vt:lpstr>
      <vt:lpstr>Тестирование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 «Бронирование отелей»</dc:title>
  <dc:creator>Никита Филатов</dc:creator>
  <cp:lastModifiedBy>Никита Филатов</cp:lastModifiedBy>
  <cp:revision>4</cp:revision>
  <dcterms:created xsi:type="dcterms:W3CDTF">2025-05-02T22:02:34Z</dcterms:created>
  <dcterms:modified xsi:type="dcterms:W3CDTF">2025-05-03T02:53:57Z</dcterms:modified>
</cp:coreProperties>
</file>